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d1207f5f564710" /><Relationship Type="http://schemas.openxmlformats.org/officeDocument/2006/relationships/extended-properties" Target="/docProps/app.xml" Id="Ra27a0796976a4a45" /><Relationship Type="http://schemas.openxmlformats.org/officeDocument/2006/relationships/officeDocument" Target="/ppt/presentation.xml" Id="R5b152c230a81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2c762d4cb4c13"/>
  </p:sldMasterIdLst>
  <p:notesMasterIdLst>
    <p:notesMasterId xmlns:r="http://schemas.openxmlformats.org/officeDocument/2006/relationships" r:id="R7a58d8533185490e"/>
  </p:notesMasterIdLst>
  <p:sldIdLst>
    <p:sldId xmlns:r="http://schemas.openxmlformats.org/officeDocument/2006/relationships" id="256" r:id="R1f42d8d7400d4bcc"/>
    <p:sldId xmlns:r="http://schemas.openxmlformats.org/officeDocument/2006/relationships" id="257" r:id="Rf3178c9af6ed49f5"/>
    <p:sldId xmlns:r="http://schemas.openxmlformats.org/officeDocument/2006/relationships" id="258" r:id="R25e9fa2ee0ef4be7"/>
    <p:sldId xmlns:r="http://schemas.openxmlformats.org/officeDocument/2006/relationships" id="259" r:id="R081d915b989a436f"/>
    <p:sldId xmlns:r="http://schemas.openxmlformats.org/officeDocument/2006/relationships" id="260" r:id="R22d2a8f68f4242c7"/>
    <p:sldId xmlns:r="http://schemas.openxmlformats.org/officeDocument/2006/relationships" id="261" r:id="R6e09eabc0df5491b"/>
    <p:sldId xmlns:r="http://schemas.openxmlformats.org/officeDocument/2006/relationships" id="262" r:id="Rc8dde4e645e445d8"/>
    <p:sldId xmlns:r="http://schemas.openxmlformats.org/officeDocument/2006/relationships" id="263" r:id="R50cb73bcd6f14378"/>
    <p:sldId xmlns:r="http://schemas.openxmlformats.org/officeDocument/2006/relationships" id="264" r:id="Rcf7ffb06226d45f7"/>
    <p:sldId xmlns:r="http://schemas.openxmlformats.org/officeDocument/2006/relationships" id="265" r:id="R6d1965b731a640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2c762d4cb4c13" /><Relationship Type="http://schemas.openxmlformats.org/officeDocument/2006/relationships/theme" Target="/ppt/theme/theme1.xml" Id="R4ce085078f014d3d" /><Relationship Type="http://schemas.openxmlformats.org/officeDocument/2006/relationships/notesMaster" Target="/ppt/notesMasters/notesMaster1.xml" Id="R7a58d8533185490e" /><Relationship Type="http://schemas.openxmlformats.org/officeDocument/2006/relationships/presProps" Target="/ppt/presProps.xml" Id="R70bf3ef7952d475e" /><Relationship Type="http://schemas.openxmlformats.org/officeDocument/2006/relationships/viewProps" Target="/ppt/viewProps.xml" Id="R3ae9b93c3ce6458a" /><Relationship Type="http://schemas.openxmlformats.org/officeDocument/2006/relationships/tableStyles" Target="/ppt/tableStyles.xml" Id="Rc36b4560bc284f0b" /><Relationship Type="http://schemas.openxmlformats.org/officeDocument/2006/relationships/slide" Target="/ppt/slides/slide1.xml" Id="R1f42d8d7400d4bcc" /><Relationship Type="http://schemas.openxmlformats.org/officeDocument/2006/relationships/slide" Target="/ppt/slides/slide2.xml" Id="Rf3178c9af6ed49f5" /><Relationship Type="http://schemas.openxmlformats.org/officeDocument/2006/relationships/slide" Target="/ppt/slides/slide3.xml" Id="R25e9fa2ee0ef4be7" /><Relationship Type="http://schemas.openxmlformats.org/officeDocument/2006/relationships/slide" Target="/ppt/slides/slide4.xml" Id="R081d915b989a436f" /><Relationship Type="http://schemas.openxmlformats.org/officeDocument/2006/relationships/slide" Target="/ppt/slides/slide5.xml" Id="R22d2a8f68f4242c7" /><Relationship Type="http://schemas.openxmlformats.org/officeDocument/2006/relationships/slide" Target="/ppt/slides/slide6.xml" Id="R6e09eabc0df5491b" /><Relationship Type="http://schemas.openxmlformats.org/officeDocument/2006/relationships/slide" Target="/ppt/slides/slide7.xml" Id="Rc8dde4e645e445d8" /><Relationship Type="http://schemas.openxmlformats.org/officeDocument/2006/relationships/slide" Target="/ppt/slides/slide8.xml" Id="R50cb73bcd6f14378" /><Relationship Type="http://schemas.openxmlformats.org/officeDocument/2006/relationships/slide" Target="/ppt/slides/slide9.xml" Id="Rcf7ffb06226d45f7" /><Relationship Type="http://schemas.openxmlformats.org/officeDocument/2006/relationships/slide" Target="/ppt/slides/slide10.xml" Id="R6d1965b731a6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18170f144d4f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fe63cf9b02463e" /><Relationship Type="http://schemas.openxmlformats.org/officeDocument/2006/relationships/notesMaster" Target="/ppt/notesMasters/notesMaster1.xml" Id="R7cf0296d8290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10361affa54039" /><Relationship Type="http://schemas.openxmlformats.org/officeDocument/2006/relationships/notesMaster" Target="/ppt/notesMasters/notesMaster1.xml" Id="R032e6a686d624d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283319ee24def" /><Relationship Type="http://schemas.openxmlformats.org/officeDocument/2006/relationships/notesMaster" Target="/ppt/notesMasters/notesMaster1.xml" Id="R34448361175740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c566debd7148fc" /><Relationship Type="http://schemas.openxmlformats.org/officeDocument/2006/relationships/notesMaster" Target="/ppt/notesMasters/notesMaster1.xml" Id="R0a0a2661221f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9860653474a75" /><Relationship Type="http://schemas.openxmlformats.org/officeDocument/2006/relationships/notesMaster" Target="/ppt/notesMasters/notesMaster1.xml" Id="Rb53af7208b65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68fd56aa349d4" /><Relationship Type="http://schemas.openxmlformats.org/officeDocument/2006/relationships/notesMaster" Target="/ppt/notesMasters/notesMaster1.xml" Id="R3dc1bb60e6c2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c841948d0b4dc0" /><Relationship Type="http://schemas.openxmlformats.org/officeDocument/2006/relationships/notesMaster" Target="/ppt/notesMasters/notesMaster1.xml" Id="R9b385793b8f0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1f8873a0c6485f" /><Relationship Type="http://schemas.openxmlformats.org/officeDocument/2006/relationships/notesMaster" Target="/ppt/notesMasters/notesMaster1.xml" Id="R1c6ac27a4a2e42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dd9d941b24e55" /><Relationship Type="http://schemas.openxmlformats.org/officeDocument/2006/relationships/notesMaster" Target="/ppt/notesMasters/notesMaster1.xml" Id="R2f82e5f69bb3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72f84627243ac" /><Relationship Type="http://schemas.openxmlformats.org/officeDocument/2006/relationships/notesMaster" Target="/ppt/notesMasters/notesMaster1.xml" Id="Rf52784ef4a9842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6955b55c349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bc07a2ecab4aa3" /><Relationship Type="http://schemas.openxmlformats.org/officeDocument/2006/relationships/slideLayout" Target="/ppt/slideLayouts/slideLayout2.xml" Id="R3b1faeca4acf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faeca4acf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8d8426a624454" /><Relationship Type="http://schemas.openxmlformats.org/officeDocument/2006/relationships/image" Target="/ppt/media/image.jpeg" Id="R4fa70ae5fc1844f5" /><Relationship Type="http://schemas.openxmlformats.org/officeDocument/2006/relationships/notesSlide" Target="/ppt/notesSlides/notesSlide1.xml" Id="Rf528affc00364d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60a6737924136" /><Relationship Type="http://schemas.openxmlformats.org/officeDocument/2006/relationships/notesSlide" Target="/ppt/notesSlides/notesSlide2.xml" Id="R5069bc693144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834c87ad64ab9" /><Relationship Type="http://schemas.openxmlformats.org/officeDocument/2006/relationships/notesSlide" Target="/ppt/notesSlides/notesSlide3.xml" Id="R46fe7a61c33544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aa08a998134b27" /><Relationship Type="http://schemas.openxmlformats.org/officeDocument/2006/relationships/notesSlide" Target="/ppt/notesSlides/notesSlide4.xml" Id="R352048e69ef646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327b2dd9044995" /><Relationship Type="http://schemas.openxmlformats.org/officeDocument/2006/relationships/notesSlide" Target="/ppt/notesSlides/notesSlide5.xml" Id="R40685925d335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31afcce99465a" /><Relationship Type="http://schemas.openxmlformats.org/officeDocument/2006/relationships/notesSlide" Target="/ppt/notesSlides/notesSlide6.xml" Id="R1ecf86940f60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d554b4a2c4a7b" /><Relationship Type="http://schemas.openxmlformats.org/officeDocument/2006/relationships/notesSlide" Target="/ppt/notesSlides/notesSlide7.xml" Id="Rc7370ef1f1c94b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51079e2014495" /><Relationship Type="http://schemas.openxmlformats.org/officeDocument/2006/relationships/notesSlide" Target="/ppt/notesSlides/notesSlide8.xml" Id="R394a3684e1b3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5b7aa0f1f4b79" /><Relationship Type="http://schemas.openxmlformats.org/officeDocument/2006/relationships/notesSlide" Target="/ppt/notesSlides/notesSlide9.xml" Id="Rca7304706b7244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8a11c5ca64fe7" /><Relationship Type="http://schemas.openxmlformats.org/officeDocument/2006/relationships/image" Target="/ppt/media/image2.jpeg" Id="Rad991e861c704f23" /><Relationship Type="http://schemas.openxmlformats.org/officeDocument/2006/relationships/notesSlide" Target="/ppt/notesSlides/notesSlide10.xml" Id="R19b4248343ac42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7BFDF-0751-4FF6-81FF-4C5128C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79058-0F85-4684-9828-843DA58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C3CC2-7736-4A68-AA05-0774BC4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13B"/>
          </a:solidFill>
          <a:ln xmlns:a="http://schemas.openxmlformats.org/drawingml/2006/main" w="0">
            <a:solidFill>
              <a:srgbClr val="1031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9C26B-CE85-4495-9A5A-927E745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70ae5fc1844f5"/>
          <a:stretch xmlns:a="http://schemas.openxmlformats.org/drawingml/2006/main"/>
        </p:blipFill>
        <p:spPr>
          <a:xfrm xmlns:a="http://schemas.openxmlformats.org/drawingml/2006/main">
            <a:off x="10001250" y="839289"/>
            <a:ext cx="990600" cy="22642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6EC10-5297-4991-AC5D-0DA11E12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OGEMI IMPRESORA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63B00-291E-47E1-A54E-45F226D3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Propuesta económica / Sistema de gestión de cartera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8E536-A54D-49EE-8A79-EDBC184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Sistema financiero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 cartera, banco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 reportes gerenciales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80FF8-7FDE-4410-B089-BC8C899D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81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Alcance cerrado para una empresa, 5 usuarios, importación manual de Excel y cierre bancario mensual por comparación de saldos.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0E45D-BCC1-49AB-9CE0-23E95977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0A1E6-5757-4FA3-A1B1-7BF06500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36DCC-6F9E-4020-8FEB-58792377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rPr>
              <a:t>$9,700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9386E-7894-46F8-B48B-771F01A3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Inversión de desarrollo cerrada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0B259-635F-45C9-BE5D-EC80479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28B6B-ABAB-40AD-974B-02F56F4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4157A-DE4E-452A-B6CD-C9044526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6 semanas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5DF3D-D113-4EB7-92D7-090EF97B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Cronograma de implementación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79D80-FBD2-41EE-96E9-BCBF1C0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FC23F-2E7D-41AC-B8A5-5300DBF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F451F-F60A-489C-8EB9-487FD2C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$45/mes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1E5F2-2FDA-466D-831E-06A151B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Infraestructura base estimada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92EE1-D0D0-44F8-8848-B1439D3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627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DADC"/>
                </a:solidFill>
                <a:latin typeface="Aptos"/>
                <a:ea typeface="Aptos"/>
                <a:cs typeface="Aptos"/>
              </a:rPr>
              <a:t>Preparado para Impresos Comerciales SA</a:t>
            </a:r>
          </a:p>
        </p:txBody>
      </p:sp>
    </p:spTree>
    <p:extLst>
      <p:ext uri="{BB962C8B-B14F-4D97-AF65-F5344CB8AC3E}">
        <p14:creationId xmlns:p14="http://schemas.microsoft.com/office/powerpoint/2010/main" val="281174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769E3-1404-40B6-BEFD-B5F7E345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8642-9D46-4E36-A073-C48600E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81208-ED99-4316-BA86-4B91A893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RESUMEN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3E9C-4616-402C-85CF-CC7A980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La propuesta convierte una base funcional en una aplicación lista para operar.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0FEE9-D7D1-4F37-91BA-F5F8695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revisión detectó una app avanzada en Next.js + Supabase. El proyecto propuesto se concentra en estabilizar, cerrar reglas operativas, desplegar y capacitar.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9F29A-EAB0-4827-87DE-81BE42B8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EFEA1-ACEA-4FE7-B37C-550F87F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FEDDE-48C8-4E42-A96D-EE406194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6628F-2585-4F34-95DE-A67D3B4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5F21A-2D8C-463A-9156-032D9A0C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4B2F4-BB3F-4DF2-A33B-8EA579FC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Base existente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B607B-EA64-4F86-96F7-BA94AB95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Dashboard, facturas, clientes, banco, compras, reportes y admin ya tienen estructura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B73C6-BEE8-40F1-A771-3CE97F37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93A99-9878-4E16-88C9-80ECECE9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38752-8E06-4744-9E86-2541C87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Alcance cerrado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1E6CF-5EBE-4466-9599-D0506008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Importación manual, 5 usuarios, una empresa y cierre mensual simple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4D5B5-BF42-457F-904E-434D9AD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762D4-130A-4F28-A23B-1434AB5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6E9DD-0C39-43B1-BCB4-06B177B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Entrega productiva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20B28-7807-43B8-962F-1C1FEF2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Corrección técnica, QA, despliegue, documentación y capacitación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D0E28-EE83-446C-BF1B-2A4E24DF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0CE12-BF95-4E7A-85C8-A606944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Decisión económica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788AA-2CAC-4555-9BF0-869412B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66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se cotiza como desarrollo desde cero. Se cotiza como terminación empresarial: reglas de negocio, seguridad, cierres, reportes, despliegue y pruebas para que el sistema pueda usarse de forma confiable.</a:t>
            </a:r>
          </a:p>
        </p:txBody>
      </p:sp>
    </p:spTree>
    <p:extLst>
      <p:ext uri="{BB962C8B-B14F-4D97-AF65-F5344CB8AC3E}">
        <p14:creationId xmlns:p14="http://schemas.microsoft.com/office/powerpoint/2010/main" val="9626520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9BE483-2A95-456D-BA58-80ACD44A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E87DB-9642-4F09-9AE6-E8655E5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8C206-254C-4799-8BD3-86A9BD8F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94681-D45B-4648-B13E-5E43BE3D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Mapa general de módulos incluidos en 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F6E4D-86DE-4D80-A9A5-F445706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Cada módulo responde a un flujo financiero concreto: importar, cobrar, pagar, conciliar y reportar.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B45EC-96CA-424D-B73A-A4E57B6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B42A7-D460-48FB-92FB-9A89787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42FFB-4219-41B8-945F-0E623C1D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15794-54E0-4DF8-B305-BD46F8D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D70F7-97B6-4CC3-9E48-CC31C48F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E2047-4A58-4032-B5F4-11F3848A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Importar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76139-2877-4445-92A2-7F92B48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Carga manual del libro de ventas, vista previa, clientes automáticos y control de duplicados.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02874-685F-48F7-BADE-CFA1FAE3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49D91-E93C-4D98-AA5D-09610B7E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3F436-45D3-4AA5-8D4C-7756B4C6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7B763-9511-47D4-961B-5CD72C2B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Días de crédito, estado activo y saldos por cliente.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BCF11-93A3-4DC8-AD62-68A4C57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19F44-E932-45AC-8C5B-65C15788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A09E4-F7A8-418B-BE32-B7680094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Facturas / CxC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BE131-0E38-432A-A91D-7A1DF20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Fecha de pago, estado pendiente/pagada, pagos parciales y saldo pendiente.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C120D-0F21-43A4-966A-2A7C3367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85675-09F0-494D-8ED9-C4AA1DD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C7479-BA2C-436C-ACDD-378109C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Anticipos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D79D9-83C3-4DD3-A74B-9B1A881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Depósitos anticipados, estado, cuenta bancaria y recibo imprimible.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53511-1E69-439C-BA98-E1A083B9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47757-4B95-4674-9E58-0FBFE73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88652-C326-403C-958F-32670A7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Banco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5B408-4427-4401-9F89-32F0FEC9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Cuentas, ingresos, egresos, movimientos automáticos y cierre mensual.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900629-3956-4FF3-9CFA-7B90CBB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8B528-494B-46D4-BDF8-04AABA1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7C88C-9BEC-49F7-9CFC-6F54488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 / CxP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5C667-B6EE-4985-AA04-126E9C6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Proveedores, vencimientos, pagos y egresos bancarios.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AA3A2-A866-4E22-A249-3B3ABEE1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05CCF-FE0D-49A8-8DC8-A8A5988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FCE624-5DB5-490C-86CA-AABD5D7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889BB-087E-4CDD-9082-A80ADCFC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Cartera, CxP, libros, flujo de caja, CSV y pivots por antigüedad.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475CD6-0721-495B-92E0-60D1BFF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A45B76-4B37-439E-BAC3-35CEA520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CD62DF-7813-460C-A28A-34339A67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Administración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292A6B-D953-4D3E-A30D-82F47CF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Usuarios, roles, permisos de ver/editar/borrar y seguridad Supabase.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8C265-0152-4346-A407-8B382AD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18A999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AA90EB-52C8-4EBA-A71D-6EEB8E29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864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Flujo operativo: Excel -&gt; facturas/clientes -&gt; cobros/pagos -&gt; banco -&gt; cierre mensual -&gt; reportes</a:t>
            </a:r>
          </a:p>
        </p:txBody>
      </p:sp>
    </p:spTree>
    <p:extLst>
      <p:ext uri="{BB962C8B-B14F-4D97-AF65-F5344CB8AC3E}">
        <p14:creationId xmlns:p14="http://schemas.microsoft.com/office/powerpoint/2010/main" val="395223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FF7BE-9C50-484B-BC75-4301B2E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1F2C-A461-4F23-9583-2CBB8A8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CC52-BF41-48DA-99A5-E2D4E704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FLUJO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C27FE-B6AE-4FE4-A8D4-36AA865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El proceso mensual queda controlado de punta a punta.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4E0F4-2271-48DF-8ADF-5099D99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operación se organiza alrededor del libro de ventas, la gestión de cobros, el banco y los reportes de cierre.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2EDC1-8919-40A0-A11D-81F878C1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DC36D-E8E4-43FC-A45B-916B58E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056E4-3AD7-42F1-9EC6-DFFF23F4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D0B14-D872-410A-99BC-B559AC6C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D680E-F9B8-4A38-A294-7E08C084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45D9E-EB50-4BFE-A0C5-D6CED6B6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158EA-5628-4577-83F6-7AAE297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Importar libro de ventas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E2A82-BC86-4AE0-93FD-D78116D2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Carga manual del Excel y validación previa.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71AEA-94FD-462E-8A02-3135B90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6407F-2BC0-40A8-B486-60CCC194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673BB-63CA-48ED-8283-C1AF8C79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60E76-2ED6-4058-9EE2-5A57508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42A4E-375D-4990-942E-2154129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Crear clientes y facturas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E6487-4D82-4F4C-8884-815E18C7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Clientes nuevos se crean con 30 días de crédito.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D8053-96D1-48F7-A347-21AB9FD9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8FA53-4DFF-47D5-AF2E-14A91E0C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4FB26-72AA-4823-9004-79F281B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BF648-72F9-4A35-B7C5-0F97537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7E2A4-3714-45A5-BDDC-218B35C8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Registrar pagos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38D5A-E5AF-4BBD-B7C7-7DE761C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Pagos parciales o completos contra facturas.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820CD-1424-477A-834B-78D4998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D6BA1-2043-448E-9F9D-0C98898D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381C4-1B00-485E-ADC5-549FB1B5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33A59-526D-4FAB-B3C4-46D5F1D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2D2A7-F0AD-4ED1-9278-2A4EE69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Mover a banco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A6410-CBB8-43D4-99E5-E867BB16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Cobros y pagos generan movimientos bancarios.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5190E-3D0E-462A-86BC-847E3AC7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76087-05D6-4E74-9E80-96D89F37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39D6F2-1B55-4C82-A745-09EB9FD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B22F0-E6F8-4514-AAB7-B3DA39E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BD634-7CD0-4481-AEF0-56934E4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Cerrar el 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D3EAE-934C-4DA2-B155-D46B7629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Comparación entre saldo sistema y saldo banco.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D78B27-22AE-4BE5-9920-9C2BD7D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269343-1A34-4F72-B857-F848F404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198CD6-B12B-4F86-8AC5-9CEE663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28449-29C0-45A3-B700-44AD2CB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48365A-F228-4EBB-A592-8687CE0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158A92-12EF-4D90-9AF3-6C304C66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Cartera por cliente, antigüedad, CxP y libros.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BA7FFC-4634-4DFE-B5E5-580B279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Resultado: saldos confiables, trazabilidad de pagos y reportes exportables para la gestión mensual.</a:t>
            </a:r>
          </a:p>
        </p:txBody>
      </p:sp>
    </p:spTree>
    <p:extLst>
      <p:ext uri="{BB962C8B-B14F-4D97-AF65-F5344CB8AC3E}">
        <p14:creationId xmlns:p14="http://schemas.microsoft.com/office/powerpoint/2010/main" val="15789068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80882-7290-4289-B71F-6985CBCC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0D552-E3BA-45CE-A741-0BCE848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F3EB3-2BE2-429B-A7D0-0E97872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4DFE2-11AA-4680-80DC-F4921E5D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Alcance funcional confirmado.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96165-B836-4144-8105-68636840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Con las respuestas recibidas, el alcance queda cerrado y reduce incertidumbre en tiempo y costo.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28DBD-5238-4C40-95A4-5078AD60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B177-F9E6-45D2-B2CB-60425E00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C9C8-6083-4578-9288-798C8B7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BD2BF-C6E1-4CC9-931B-9D0D0E3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3E05F-4770-4D94-BF8F-509751E4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2E8AA-4CEE-4F36-87ED-6F14D361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479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AC50F-6F01-4E31-8C8F-E34EDA43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762E5-F809-4B74-98D5-E3F23CD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E86A-3E90-4516-8E71-F0A22B8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B960D-A459-444D-9A6F-BFB8D862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Importación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8F182-F7AF-4B2D-A117-BB63B56E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Manual desde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0E543-43F5-427C-B2EC-C743B788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requiere automatización con Drive, correo o SFTP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EBBA1-9955-490E-8FC2-AE0FEA7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Menor costo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A4797-C42D-4E4D-A27F-680E8ECE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7FDF3-B4C4-436E-9120-DF3EF3B6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2402C-6FF9-4954-95D0-A7E494B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5 usuarios iniciales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AFB1A-5B4C-4BF0-B9D8-77FCA31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Permisos por rol y operación controlada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D40FF-E8D1-4DE4-A25B-364C66D5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Suficiente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629FB-6B1A-455A-A241-8B7C004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EE5B7-C1EA-431C-ACA5-BC7FF41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Cierre banco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FEF04-3804-4024-8F49-0D6A5FC1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Comparación mensual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BBFEE-C48F-4F98-8025-AAD2768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incluye conciliación movimiento por movimiento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72385-9CCE-4AAA-8FDC-931E259E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CF0C4-74A6-4483-AB28-901E8DC7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E4A60-55DC-42DA-AF02-C9F8E639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9DBBC-C60D-4DFC-A924-2EE81826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Recibo de anticipo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7005E-3F7D-4572-8D37-62197EC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incluye factura PDF ni facturación electrónica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18CFE-28D5-4EF1-A3EB-8AB1F18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Acotado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FD21E-0C9F-48C9-94F9-8E9C03A0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27392-D48A-4FD1-9792-5D154169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Empresa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FEFDD5-28AD-4037-867D-422CE676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Una sola empresa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00D3DE-926C-4548-A3A2-64B1A86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se requiere multiempresa ni sucursales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EE6EE1-3423-4BF0-8025-AA0048C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Directo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5DA02C-71B2-4DAD-B0AA-429C12D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81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Fuera de alcance inicial: conciliación bancaria detallada, multiempresa, facturación fiscal/PDF, importaciones automáticas y workflows de aprobación.</a:t>
            </a:r>
          </a:p>
        </p:txBody>
      </p:sp>
    </p:spTree>
    <p:extLst>
      <p:ext uri="{BB962C8B-B14F-4D97-AF65-F5344CB8AC3E}">
        <p14:creationId xmlns:p14="http://schemas.microsoft.com/office/powerpoint/2010/main" val="9896225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161C9-354F-45FC-9F8F-992E702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C52B-D759-48DB-A7DC-2214973C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E5352-A54A-4298-A7CB-AE6DCC2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INVERSIÓN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1BFA3-3C13-4024-99D2-397B68D3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Inversión de desarrollo: $9,700 USD.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64900-CE91-4E4D-B9C0-AF5B039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El desglose refleja estabilización técnica, cierre de reglas de negocio, reportes, QA, despliegue y capacitación.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0E05E-073B-41D5-A203-E97F459F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01F9C-3370-47D2-8CBF-1ECD4B7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7B8AB-E9E4-4D00-8013-9F0B929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0AB92-3F09-49EE-9CAD-A8F74CA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Estabilización, build y despliegue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4C533-8D0D-4450-A7EE-04F82CF5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D87F6-67EC-4DBA-81A7-C9CB840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32316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E8AF5-F6D2-4B5C-8E28-2873DEB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479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EDF2E-09E7-4DDE-898B-8B45E247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Supabase, migraciones, seguridad y usuarios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E70E3-B34B-4532-B737-D6E8759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574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B933D-EA16-45A0-8967-4D21697B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57475"/>
            <a:ext cx="355486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7DBFD-4609-482F-ADB2-D418D88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2B1EE-F443-4054-8E5C-BEA8DAB9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Importación manual Excel y validaciones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711F4-24B4-45E5-BEF8-7DA17E6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194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45124-548D-4A98-8D55-BD3E5D60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19425"/>
            <a:ext cx="290852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B7ED1-C15C-4757-99AE-EC1AD50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$900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59D85-2568-42DD-B946-654E13B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Clientes, facturas, pagos y cartera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8B247-F64A-489A-9B63-9E158855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53575-ED18-45CC-87B7-EF7BCA4C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1E8E5-6262-4AEC-A749-8F0D6868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337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$1,400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EF859-26F6-4B66-B68F-B08B83FF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Anticipos con recibo imprimible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40052-00B1-451D-B174-EB4E9409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EB3BF-B0A0-409C-8349-F2DA1C3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24237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25618-607F-4BD4-828F-A756A33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$750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34947-0563-4E4D-9165-F22712B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Banco, movimientos y cierre mensual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3D42D-4511-4931-B77D-CF555DA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C14A4-21BB-4FF9-89A4-CA6B3DD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355486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E07E6-48AD-4BA3-8327-8131B17B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$1,100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1375F3-D2DB-478A-A364-AB1FC48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Compras, proveedores y CxP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EE05CB-17DB-4503-A789-678A7485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71C82-2882-4A0E-977D-BFD6208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32316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7280E-BBC5-471D-8D21-20C655F8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F5CEF-908E-43C5-9BA6-1D65ABF8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Reportes, exportaciones y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23366-B941-478D-8F66-F85F1D9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D46329-9B29-4191-9ACD-14368E3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403962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9B775F-4D8C-4D1F-B93E-CAEDC3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$1,250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8B5C74-7F44-4C32-A404-340BBBF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QA, documentación y capacitación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8C5C65-0B02-49BA-A57C-6C5B26A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911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4AD281-8D8C-46CB-AB05-4AC856F8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91125"/>
            <a:ext cx="387803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80122D-8C81-460B-BF3A-4331CAB8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$1,200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A5BC85-C7AD-46DE-BAC8-24B1CB1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286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D90C68-6731-4A82-9A86-C0DCC60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$9,700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9EDF59-B044-4BC8-9D24-C957868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TOTAL DESARROLLO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E76106-B467-4D06-AE33-06374805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8E7E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8E7EB"/>
                </a:solidFill>
                <a:latin typeface="Aptos"/>
                <a:ea typeface="Aptos"/>
                <a:cs typeface="Aptos"/>
              </a:rPr>
              <a:t>Propuesta cerrada para el alcance confirmado. Cambios como multiempresa, conciliación detallada o importación automática se cotizan aparte.</a:t>
            </a:r>
          </a:p>
        </p:txBody>
      </p:sp>
    </p:spTree>
    <p:extLst>
      <p:ext uri="{BB962C8B-B14F-4D97-AF65-F5344CB8AC3E}">
        <p14:creationId xmlns:p14="http://schemas.microsoft.com/office/powerpoint/2010/main" val="396354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D96FB-068B-4F0D-BAB8-5F54F847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5217-2B59-4A2F-995F-57824A40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6001C-F196-4870-8DF4-16A2E99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BCAE3-EC57-4E86-9931-A2490133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Infraestructura liviana para producción.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9DF68-BD26-4004-8233-BB471C2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arquitectura propuesta aprovecha servicios administrados para reducir mantenimiento y acelerar la puesta en marcha.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20A5D-D644-4CE9-AC98-34774F6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29684-6267-4562-BDFE-76F8867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822D4-17FB-428F-9F17-0029C9AE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DDE78-B56F-4BFE-947D-9F459B29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9FF38-4835-446C-991C-4CAB612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47E03-507A-4276-A776-56E6652F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242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D242D"/>
                </a:solidFill>
                <a:latin typeface="Aptos Display"/>
                <a:ea typeface="Aptos Display"/>
                <a:cs typeface="Aptos Display"/>
              </a:rPr>
              <a:t>$20/mes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B5B2E-336A-418F-AB94-2199585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Vercel Pro: hosting, HTTPS, despliegues y CI/CD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74B27-263F-4CAE-AE9A-12557FD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E01BC-387D-4EAE-AB40-A37149D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CB499-3B55-400C-A871-036DB6D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$25/mes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ED4AC-D060-4FAA-9E0A-9559A40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Supabase Pro: Postgres, Auth, RLS, backups y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F2CCD-84EF-4F39-88D1-B9A8A31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A396-A5EF-4696-B761-1921793E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C17E6-B9F9-4CE0-90B2-6516B8C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$15-$25/año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DD521-6346-48DD-9647-155CE15E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Dominio si aún no existe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A8722-10E9-4D2B-B87B-8CB727F5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15689-B63B-4C61-9090-461DC0E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Costo operativo base estimado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D1B15-AFBF-447B-9916-140876D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$45 USD / 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34806-8D27-4504-9CEF-60DE252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8157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incluye correo corporativo adicional ni servicios opcionales de monitoreo avanzado.</a:t>
            </a:r>
          </a:p>
        </p:txBody>
      </p:sp>
    </p:spTree>
    <p:extLst>
      <p:ext uri="{BB962C8B-B14F-4D97-AF65-F5344CB8AC3E}">
        <p14:creationId xmlns:p14="http://schemas.microsoft.com/office/powerpoint/2010/main" val="11503211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1E8B7-843C-4BF7-AEF0-90EFF83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9769B-7657-4EB0-AB91-C4A1B53E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B8266-9C32-4E5C-BDC3-3089CD1A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CRONOGRAMA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17617-AD0D-4356-ABD1-3E0DFBA4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Cronograma de trabajo: 6 semanas.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563C5-B070-40D4-90A4-8A0337C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secuencia prioriza primero estabilidad y datos, luego operación financiera, reportes y entrega.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A8F2E-A329-4245-8504-AA5B32D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20626-C01B-452E-B19D-C512E0E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261EC-74B1-406A-B8A9-CDC6FA50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C88F4-0595-4ACC-81A2-BDB6B043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7C44-EDA7-4AFB-A5E0-CA55E9B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DDEA7-753A-4B6A-AC58-62D370C8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7C290-8039-44B0-B4CC-B2FC1B39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Base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C6EEB-C5CD-4726-AA35-F681E3E7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Corrección de build, revisión final, Supabase y seguridad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41E76-52E1-4CE6-9477-C2C2CCEB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9140F-59BD-472A-961A-88400EF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6DA58-1DD8-479E-A50D-32A38286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4F3BD-55F0-4155-922C-A6713A2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Ventas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35CD8-8812-480B-90C6-DE1927A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Importación Excel, clientes y facturas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13B00-7B95-4BEA-BD46-2BF4F69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E0A72-3868-47C1-BD23-6DABCA3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D664B-0C6D-4DB2-81ED-588A362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137D7-39A8-44EA-8AFD-153AE3F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Cobros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8F287-71F8-406E-8A5D-4670534A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Pagos, anticipos y movimientos bancarios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24992-8024-4BF2-846D-89E7D08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BE40C-7061-4BE7-AAFB-C8A7DDC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A673F-986F-4EAB-942A-4881096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6BFDC-F7D0-4AAD-9167-8C93309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A8425-BEFA-4ED9-9FC3-4DC0476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Proveedores, CxP y pagos a compras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0C1D4-7420-4A59-852D-0B5C792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3F3AC-A6F3-44BE-A572-8D0B463C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DC1D99-3693-4544-9271-587C2A4F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7CE2A-77E3-4605-AA1A-28A5FB66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B03AB6-71FC-4C67-A74F-310F2AA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Dashboard, cartera, libros, banco y cierre mensual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58F2E-4066-4C0A-99A2-67E6B79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2267B-A625-40BA-805A-989509D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E43D2-9D51-43C8-8A06-4F285674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670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9446DA-F006-42CD-90C3-0AF4A79A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B23264-B6FA-4D52-ACEF-0464D2B8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862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QA, despliegue, documentación y capacitación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2C3246-AA7A-46D0-94AB-E11BC69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Hitos de validación: cierre funcional al final de semana 3 y revisión completa del sistema al final de semana 5.</a:t>
            </a:r>
          </a:p>
        </p:txBody>
      </p:sp>
    </p:spTree>
    <p:extLst>
      <p:ext uri="{BB962C8B-B14F-4D97-AF65-F5344CB8AC3E}">
        <p14:creationId xmlns:p14="http://schemas.microsoft.com/office/powerpoint/2010/main" val="279372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E2784-3EE8-448A-BAE5-0B27EFF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5B0EC-5334-4B1D-9648-F3D7DC5C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ACEE2-E0BD-472F-80FD-3F839C02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EQUIPO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0428F-27CD-49F3-8FE7-02F9A4F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Roles implicados y responsabilidades.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81F26-35D3-4465-A10A-2E959FE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El proyecto requiere perfiles funcionales y técnicos, con validación activa del usuario clave del cliente.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8A0CB-1627-4393-90AB-29C3C54D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550C-ECC9-4172-B125-48EF0E3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OGEMI / Impresos Comerciales SA / Propuesta económica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D6A37-1395-4ADA-A2B9-388E2EA4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B3CF-2756-41E7-91CC-D29A9119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D398E-39B7-4AE5-99B3-0AFE4F14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9E59B-4844-4986-9D8A-013C6C5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Analista funcional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6BE05-E6D6-4CA7-803D-35E12638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Confirma reglas contables, alcance, criterios de aceptación y prioridades del negocio.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B1233-1B84-47B5-B475-6E12650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8AF5E-9303-4CB5-A476-829E82E0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63B60-0BC0-4D04-B69F-E6AD2D91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Full-stack developer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D26B1-41DF-4CD8-8590-332439F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Implementa pantallas, lógica de negocio, flujos de pagos, reportes y experiencia de usuario.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27B0F-AF86-46C2-8EE1-C5DBE314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3EA6A-BF72-40F6-A577-31D38A0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C4263-9153-4CCA-9CF3-535F0DC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Supabase /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2A5DC-CC6A-41C5-9744-5AD25DFA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Asegura migraciones, RLS, funciones, triggers, respaldo y consistencia de datos.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2BC1D-884D-4131-806C-816311F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D8139-55A7-41AA-BB53-6E419EE6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7A22E-8E7C-41AE-83B3-E63B69F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QA / DevOps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C8783-758C-4A4E-AAA8-561477FB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Prueba escenarios críticos, despliega en producción y documenta operación básica.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73A4E-F5F5-4774-BCCB-8B5C5312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800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18A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5E4B0-0A85-459F-BD11-4980EAF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Rol del cliente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2DA09-84BC-4963-81AC-447F208A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72025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Validar el Excel real, revisar reportes, confirmar cierres mensuales y aprobar la operación antes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5213170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774EE-903D-4734-8228-D830DA94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F78FC-1907-4E89-A013-4163F2F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1e861c704f23"/>
          <a:stretch xmlns:a="http://schemas.openxmlformats.org/drawingml/2006/main"/>
        </p:blipFill>
        <p:spPr>
          <a:xfrm xmlns:a="http://schemas.openxmlformats.org/drawingml/2006/main">
            <a:off x="666750" y="831669"/>
            <a:ext cx="723900" cy="1654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B6809-7DF5-419C-9B4B-332A7B8C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5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CIERRE DE PROPUESTA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AD12-56A7-4F6D-89CD-1031FC30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04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Una implementación acotada,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 costo cerrado y salida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producción en 6 semanas.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E2008-F43A-4CDF-B68B-2E5CAE6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00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Condición sugerida de pago: 40% al inicio, 30% al avance de semana 3 y 30% contra entrega.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E8F6F-90A4-460B-95B0-6FE1C13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0CF0-08F4-466A-BF0B-5CDB734D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3809E-66FD-4AF7-A44A-1075B8F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8122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rPr>
              <a:t>$9,700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09A7A-8054-4BC3-9AF9-92660391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Desarrollo cerrado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E8A15-8A28-4A40-9247-27D540E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E082F-4A4C-4392-9D12-E718010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19F53-DF09-4544-9A2E-FDFA3D6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$45/mes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C6D75-74C9-4B30-8C6C-7B2492F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Infraestructura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A1CFB-56AA-4890-9822-597064F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7C69E-077E-46BE-9ECC-73E6FF42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C7E8F-4146-4B63-A049-AB41BA3D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529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6 semanas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CBD7C-CAFB-4374-A8D2-9050DA0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EAE82-AA34-4C97-BDBD-4EC2C874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DADC"/>
                </a:solidFill>
                <a:latin typeface="Aptos"/>
                <a:ea typeface="Aptos"/>
                <a:cs typeface="Aptos"/>
              </a:rPr>
              <a:t>Alcance confirmado: importación manual, 5 usuarios, una empresa, cierre mensual simple y recibo de anticipo.</a:t>
            </a:r>
          </a:p>
        </p:txBody>
      </p:sp>
    </p:spTree>
    <p:extLst>
      <p:ext uri="{BB962C8B-B14F-4D97-AF65-F5344CB8AC3E}">
        <p14:creationId xmlns:p14="http://schemas.microsoft.com/office/powerpoint/2010/main" val="588907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2026-05-17T13:25:35.5750000Z</dcterms:created>
  <dcterms:modified xsi:type="dcterms:W3CDTF">2026-05-17T13:25:35.5750000Z</dcterms:modified>
</coreProperties>
</file>